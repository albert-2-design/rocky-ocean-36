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3" r:id="rId5"/>
    <p:sldId id="256" r:id="rId6"/>
    <p:sldId id="260" r:id="rId7"/>
    <p:sldId id="258" r:id="rId8"/>
    <p:sldId id="257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go" id="{C22957FA-0758-4028-A8E3-709EA09D7E50}">
          <p14:sldIdLst>
            <p14:sldId id="261"/>
            <p14:sldId id="262"/>
            <p14:sldId id="264"/>
            <p14:sldId id="263"/>
            <p14:sldId id="256"/>
            <p14:sldId id="260"/>
            <p14:sldId id="258"/>
            <p14:sldId id="257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CEB"/>
    <a:srgbClr val="D5D2BD"/>
    <a:srgbClr val="608BC1"/>
    <a:srgbClr val="133E87"/>
    <a:srgbClr val="4089C0"/>
    <a:srgbClr val="F3F3E0"/>
    <a:srgbClr val="2878A4"/>
    <a:srgbClr val="336D99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3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6719C-F38A-951E-A1AD-F27517A4A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6B7A-ADA8-FA62-8708-864DD2298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8AC78-F80D-878C-51C3-F4144E1E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CC63C-5D20-6036-CBBC-9DE59A6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D142C-C033-30CC-11AE-B698D0CA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8709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C04B-8414-6F05-0C33-836BEA77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1DE3D-1D6C-2874-3650-A4269BCC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1EF8D-FC59-3EB4-03B9-E88948AB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0C203-ADDA-0649-B5D0-BA4EC29A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47EBA-521A-5726-6338-40E53C8EE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027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F6FA-5CFF-BB43-0427-112A0F1E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03F0A-8AE7-B4FE-30F0-3F8DAB25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141B-D23C-B2C3-3E51-533F6EF4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0A4BF-B036-1A04-C5ED-DD5B992D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D1B34-483B-631D-092F-71A9190C2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269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0D15-F6AA-D628-1B93-0A9E18F5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216FF-4B93-4F5E-1544-8719BA532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D82C3-0D03-8605-9E67-F39229194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A6A0A-7520-BDF2-1BA5-DF2B408B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EC3C1-9297-BD28-3375-330D050A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9B0EB-6AD3-D996-66B9-9E74D18F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6555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9A20-AB6C-7E16-DD16-79218815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477A7-E701-3E5D-1F7B-F760FDE6D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DFAAF-C677-827D-68DE-807895FFA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5AB7F0-347F-EC05-15FF-E34872ADF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F3BE2-3121-7EFD-6FB0-1D03F2DD0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F10AB6-02DD-6D5B-6067-1A35DEA7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C29E4-B74F-0317-BADD-85B90CA8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3BFB9-49D1-A3D5-3F82-9C209558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575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BE61-4C65-2E7C-54A7-158898DB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7B7FF-99C2-F13F-0AFE-2A84A135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0B6E7-5130-A42D-92DD-82FB79D29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C63D7-A825-AA6D-F05E-703A6DCD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962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0636B-C69B-7B44-896F-7F201D4D0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32C89-A4A2-9C64-1A4D-E50FEBC0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F56AF-4FAF-A8B4-037C-DA624C34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638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E4FA-BCC8-E301-34E8-7A0FAF2F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08730-7671-A029-E5A8-FDB8E5339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B084-D098-97EE-5F88-B73316711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7FABA-0692-079F-305D-6072FFC1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C320E-41CC-3156-14F1-2C06AB4B1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7C5E8-C1FD-93D2-B7FE-54EC0C8A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867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82BE-63FE-BDF3-C1E9-E27D10ADE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2B846-F759-2328-A0B1-2F5A2D516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DDC11-706E-B578-177B-834BCE6A7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40C76-D66D-9BEC-7CEA-E085C83A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6C89A-F835-AFC4-71C5-C348AF4B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D379F-3348-9231-EA3A-F36FEDD8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624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E13F-F86A-1FC3-E27D-5C879678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5DAC7-D6A0-A1AE-087A-E3BE43C47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F2E04-7BDE-5A12-19A7-41DE6E0A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9FC2B-FDA8-3476-5E7D-B36FD5922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AC122-C2AE-76DA-9628-105851D7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1127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FD2073-7251-F306-8739-F9FE9AC1F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D7215-17D9-B54D-8CD9-9C6990191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1787D-9541-B576-6399-376C7F33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32222-DE21-95CB-7E41-CA859A82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64FB-AB58-BB07-B47A-FBB6ABB0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6661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5E3684-95D8-643A-0876-F6377A20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81FB4-EADA-1F89-1FF8-CEBF80F0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CE81C-8186-7741-C14E-193AA83C5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D6ADA-2959-42D5-A85D-54CF77AC6F0B}" type="datetimeFigureOut">
              <a:rPr lang="nb-NO" smtClean="0"/>
              <a:t>29.07.2025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1EB63-7674-67D6-F791-E2783B0D4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9707E-990A-E74E-E99F-798B03D51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45888-A6AF-4ACE-A98B-E92BADB873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2756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42E4-4AEB-0AD5-A1BF-B7EA4EDA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sailboat&#10;&#10;AI-generated content may be incorrect.">
            <a:extLst>
              <a:ext uri="{FF2B5EF4-FFF2-40B4-BE49-F238E27FC236}">
                <a16:creationId xmlns:a16="http://schemas.microsoft.com/office/drawing/2014/main" id="{5454609F-8523-E8F7-218A-82DE15D15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/>
          <a:stretch>
            <a:fillRect/>
          </a:stretch>
        </p:blipFill>
        <p:spPr>
          <a:xfrm>
            <a:off x="2323791" y="0"/>
            <a:ext cx="595448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1317C8-728B-2E84-A858-124C7169189A}"/>
              </a:ext>
            </a:extLst>
          </p:cNvPr>
          <p:cNvSpPr txBox="1"/>
          <p:nvPr/>
        </p:nvSpPr>
        <p:spPr>
          <a:xfrm>
            <a:off x="717444" y="635169"/>
            <a:ext cx="3891516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7200" b="1" dirty="0">
                <a:solidFill>
                  <a:srgbClr val="F3F3E0"/>
                </a:solidFill>
              </a:rPr>
              <a:t>ROCKY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28393-5353-B62D-3387-7F005C41E0AD}"/>
              </a:ext>
            </a:extLst>
          </p:cNvPr>
          <p:cNvSpPr txBox="1"/>
          <p:nvPr/>
        </p:nvSpPr>
        <p:spPr>
          <a:xfrm>
            <a:off x="1565327" y="1555790"/>
            <a:ext cx="2684847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4800" b="1" dirty="0">
                <a:solidFill>
                  <a:srgbClr val="133E87"/>
                </a:solidFill>
              </a:rPr>
              <a:t>OCEAN</a:t>
            </a:r>
            <a:endParaRPr lang="nb-NO" sz="2000" b="1" dirty="0">
              <a:solidFill>
                <a:srgbClr val="133E8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AE4D2-14F2-A9BD-C006-F822176004D8}"/>
              </a:ext>
            </a:extLst>
          </p:cNvPr>
          <p:cNvSpPr txBox="1"/>
          <p:nvPr/>
        </p:nvSpPr>
        <p:spPr>
          <a:xfrm>
            <a:off x="1844494" y="2046545"/>
            <a:ext cx="2126511" cy="221599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13800" b="1" dirty="0">
                <a:solidFill>
                  <a:srgbClr val="608BC1"/>
                </a:solidFill>
              </a:rPr>
              <a:t>3</a:t>
            </a:r>
            <a:r>
              <a:rPr lang="nb-NO" sz="13800" b="1" dirty="0">
                <a:solidFill>
                  <a:srgbClr val="CBDCE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6564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27B5-6732-73F3-CB7E-61972A5F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sailboat&#10;&#10;AI-generated content may be incorrect.">
            <a:extLst>
              <a:ext uri="{FF2B5EF4-FFF2-40B4-BE49-F238E27FC236}">
                <a16:creationId xmlns:a16="http://schemas.microsoft.com/office/drawing/2014/main" id="{9B1FAF9B-B29F-F347-2EF4-85295C45D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/>
          <a:stretch>
            <a:fillRect/>
          </a:stretch>
        </p:blipFill>
        <p:spPr>
          <a:xfrm>
            <a:off x="1917260" y="210634"/>
            <a:ext cx="5154100" cy="59361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21D37-EF12-D569-B08C-8EACDEEBA0DF}"/>
              </a:ext>
            </a:extLst>
          </p:cNvPr>
          <p:cNvSpPr txBox="1"/>
          <p:nvPr/>
        </p:nvSpPr>
        <p:spPr>
          <a:xfrm>
            <a:off x="1581044" y="1628701"/>
            <a:ext cx="3891516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7200" b="1" dirty="0">
                <a:solidFill>
                  <a:srgbClr val="336D99"/>
                </a:solidFill>
              </a:rPr>
              <a:t>ROCKY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12A7FA-92FD-8E93-82BB-C23A65841714}"/>
              </a:ext>
            </a:extLst>
          </p:cNvPr>
          <p:cNvSpPr txBox="1"/>
          <p:nvPr/>
        </p:nvSpPr>
        <p:spPr>
          <a:xfrm>
            <a:off x="1975308" y="2549616"/>
            <a:ext cx="2864435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6000" b="1" dirty="0">
                <a:solidFill>
                  <a:srgbClr val="336D99"/>
                </a:solidFill>
              </a:rPr>
              <a:t>OCEAN</a:t>
            </a:r>
            <a:endParaRPr lang="nb-NO" sz="2800" b="1" dirty="0">
              <a:solidFill>
                <a:srgbClr val="336D9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1D2A8-9C6B-367D-9EA1-B7ADE0213958}"/>
              </a:ext>
            </a:extLst>
          </p:cNvPr>
          <p:cNvSpPr txBox="1"/>
          <p:nvPr/>
        </p:nvSpPr>
        <p:spPr>
          <a:xfrm>
            <a:off x="2530632" y="2921168"/>
            <a:ext cx="2941928" cy="264687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16600" b="1" dirty="0">
                <a:solidFill>
                  <a:srgbClr val="D5D2BD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22495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315F-D0E8-ED7F-4BD0-A6B1A3A2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sailboat&#10;&#10;AI-generated content may be incorrect.">
            <a:extLst>
              <a:ext uri="{FF2B5EF4-FFF2-40B4-BE49-F238E27FC236}">
                <a16:creationId xmlns:a16="http://schemas.microsoft.com/office/drawing/2014/main" id="{B7C21D3F-608C-2319-91B5-EF81FEA44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/>
          <a:stretch>
            <a:fillRect/>
          </a:stretch>
        </p:blipFill>
        <p:spPr>
          <a:xfrm>
            <a:off x="1835915" y="349751"/>
            <a:ext cx="5347140" cy="6158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7DBA39-6B68-0FA8-DF49-9997608F516D}"/>
              </a:ext>
            </a:extLst>
          </p:cNvPr>
          <p:cNvSpPr txBox="1"/>
          <p:nvPr/>
        </p:nvSpPr>
        <p:spPr>
          <a:xfrm>
            <a:off x="1225444" y="662967"/>
            <a:ext cx="3891516" cy="10926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6500" b="1" dirty="0">
                <a:solidFill>
                  <a:srgbClr val="336D99"/>
                </a:solidFill>
              </a:rPr>
              <a:t>ROCKY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9CD26-27A8-A675-E21C-5B4BC4A0AE4A}"/>
              </a:ext>
            </a:extLst>
          </p:cNvPr>
          <p:cNvSpPr txBox="1"/>
          <p:nvPr/>
        </p:nvSpPr>
        <p:spPr>
          <a:xfrm>
            <a:off x="1549618" y="1599430"/>
            <a:ext cx="2864435" cy="93871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5500" b="1" dirty="0">
                <a:solidFill>
                  <a:srgbClr val="336D99"/>
                </a:solidFill>
              </a:rPr>
              <a:t>OCEAN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FA86D-ED5D-D46D-2032-CFED047FF9AF}"/>
              </a:ext>
            </a:extLst>
          </p:cNvPr>
          <p:cNvSpPr txBox="1"/>
          <p:nvPr/>
        </p:nvSpPr>
        <p:spPr>
          <a:xfrm>
            <a:off x="2382974" y="2144656"/>
            <a:ext cx="2126511" cy="193899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12000" b="1" dirty="0">
                <a:solidFill>
                  <a:srgbClr val="ADADAD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5608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86405-F3C9-4A41-6D8C-AEAE1A2D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sailboat&#10;&#10;AI-generated content may be incorrect.">
            <a:extLst>
              <a:ext uri="{FF2B5EF4-FFF2-40B4-BE49-F238E27FC236}">
                <a16:creationId xmlns:a16="http://schemas.microsoft.com/office/drawing/2014/main" id="{050B3AE3-A2DE-294B-963F-E3A1BD29F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/>
          <a:stretch>
            <a:fillRect/>
          </a:stretch>
        </p:blipFill>
        <p:spPr>
          <a:xfrm>
            <a:off x="2323791" y="0"/>
            <a:ext cx="595448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ABC944-3130-6FEB-4E16-24C8420AE7DA}"/>
              </a:ext>
            </a:extLst>
          </p:cNvPr>
          <p:cNvSpPr txBox="1"/>
          <p:nvPr/>
        </p:nvSpPr>
        <p:spPr>
          <a:xfrm>
            <a:off x="707284" y="600838"/>
            <a:ext cx="3891516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7200" b="1" dirty="0">
                <a:solidFill>
                  <a:srgbClr val="133E87"/>
                </a:solidFill>
              </a:rPr>
              <a:t>ROCKY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14C27-1E78-AF0A-AF18-310B1E0C6ABF}"/>
              </a:ext>
            </a:extLst>
          </p:cNvPr>
          <p:cNvSpPr txBox="1"/>
          <p:nvPr/>
        </p:nvSpPr>
        <p:spPr>
          <a:xfrm>
            <a:off x="1106570" y="1541881"/>
            <a:ext cx="2864435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6000" b="1" dirty="0">
                <a:solidFill>
                  <a:srgbClr val="133E87"/>
                </a:solidFill>
              </a:rPr>
              <a:t>OCEAN</a:t>
            </a:r>
            <a:endParaRPr lang="nb-NO" sz="2800" b="1" dirty="0">
              <a:solidFill>
                <a:srgbClr val="133E8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40523-CA18-B203-208B-75F3C117069F}"/>
              </a:ext>
            </a:extLst>
          </p:cNvPr>
          <p:cNvSpPr txBox="1"/>
          <p:nvPr/>
        </p:nvSpPr>
        <p:spPr>
          <a:xfrm>
            <a:off x="1844494" y="2084466"/>
            <a:ext cx="2126511" cy="221599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13800" b="1" dirty="0">
                <a:solidFill>
                  <a:srgbClr val="CBDCEB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5502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sailboat&#10;&#10;AI-generated content may be incorrect.">
            <a:extLst>
              <a:ext uri="{FF2B5EF4-FFF2-40B4-BE49-F238E27FC236}">
                <a16:creationId xmlns:a16="http://schemas.microsoft.com/office/drawing/2014/main" id="{B49802E8-0755-EEA7-B2ED-ED450C662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/>
          <a:stretch>
            <a:fillRect/>
          </a:stretch>
        </p:blipFill>
        <p:spPr>
          <a:xfrm>
            <a:off x="2323791" y="0"/>
            <a:ext cx="595448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36892-6451-1E13-918F-C9137313DF68}"/>
              </a:ext>
            </a:extLst>
          </p:cNvPr>
          <p:cNvSpPr txBox="1"/>
          <p:nvPr/>
        </p:nvSpPr>
        <p:spPr>
          <a:xfrm>
            <a:off x="717444" y="635169"/>
            <a:ext cx="3891516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nb-NO" sz="7200" b="1" dirty="0">
                <a:solidFill>
                  <a:srgbClr val="336D99"/>
                </a:solidFill>
              </a:rPr>
              <a:t>ROCKY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9F881-33FB-2F7D-42BD-0B6A179165EC}"/>
              </a:ext>
            </a:extLst>
          </p:cNvPr>
          <p:cNvSpPr txBox="1"/>
          <p:nvPr/>
        </p:nvSpPr>
        <p:spPr>
          <a:xfrm>
            <a:off x="1565327" y="1555790"/>
            <a:ext cx="2684847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nb-NO" sz="4800" b="1" dirty="0">
                <a:solidFill>
                  <a:srgbClr val="336D99"/>
                </a:solidFill>
              </a:rPr>
              <a:t>OCEAN</a:t>
            </a:r>
            <a:endParaRPr lang="nb-NO" sz="2000" b="1" dirty="0">
              <a:solidFill>
                <a:srgbClr val="336D9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B096B-BA1C-1485-ABD2-72509A883135}"/>
              </a:ext>
            </a:extLst>
          </p:cNvPr>
          <p:cNvSpPr txBox="1"/>
          <p:nvPr/>
        </p:nvSpPr>
        <p:spPr>
          <a:xfrm>
            <a:off x="1844494" y="2046545"/>
            <a:ext cx="2126511" cy="2215991"/>
          </a:xfrm>
          <a:prstGeom prst="rect">
            <a:avLst/>
          </a:prstGeom>
          <a:noFill/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nb-NO" sz="13800" b="1" dirty="0">
                <a:solidFill>
                  <a:srgbClr val="ADADAD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855338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BFCC-2BAA-2BA4-7EE8-2FD5C405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sailboat&#10;&#10;AI-generated content may be incorrect.">
            <a:extLst>
              <a:ext uri="{FF2B5EF4-FFF2-40B4-BE49-F238E27FC236}">
                <a16:creationId xmlns:a16="http://schemas.microsoft.com/office/drawing/2014/main" id="{FA987FF4-1052-8EFE-7C77-B97F186A7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/>
          <a:stretch>
            <a:fillRect/>
          </a:stretch>
        </p:blipFill>
        <p:spPr>
          <a:xfrm>
            <a:off x="2323791" y="0"/>
            <a:ext cx="595448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239813-A42A-7096-E5B8-8F2F2FA40535}"/>
              </a:ext>
            </a:extLst>
          </p:cNvPr>
          <p:cNvSpPr txBox="1"/>
          <p:nvPr/>
        </p:nvSpPr>
        <p:spPr>
          <a:xfrm>
            <a:off x="717444" y="635169"/>
            <a:ext cx="3891516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nb-NO" sz="7200" b="1" dirty="0">
                <a:solidFill>
                  <a:srgbClr val="336D99"/>
                </a:solidFill>
              </a:rPr>
              <a:t>ROCKY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E9B6A-C4FB-3A3C-5AB2-0E1D00D0B4FD}"/>
              </a:ext>
            </a:extLst>
          </p:cNvPr>
          <p:cNvSpPr txBox="1"/>
          <p:nvPr/>
        </p:nvSpPr>
        <p:spPr>
          <a:xfrm>
            <a:off x="1141385" y="1567629"/>
            <a:ext cx="3043633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nb-NO" sz="6000" b="1" dirty="0">
                <a:solidFill>
                  <a:srgbClr val="4089C0"/>
                </a:solidFill>
              </a:rPr>
              <a:t>OCEAN</a:t>
            </a:r>
            <a:endParaRPr lang="nb-NO" sz="2800" b="1" dirty="0">
              <a:solidFill>
                <a:srgbClr val="4089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1E9F5-B8BF-FAF3-54CA-9B60E2E6F523}"/>
              </a:ext>
            </a:extLst>
          </p:cNvPr>
          <p:cNvSpPr txBox="1"/>
          <p:nvPr/>
        </p:nvSpPr>
        <p:spPr>
          <a:xfrm>
            <a:off x="1784244" y="2130757"/>
            <a:ext cx="2126511" cy="2215991"/>
          </a:xfrm>
          <a:prstGeom prst="rect">
            <a:avLst/>
          </a:prstGeom>
          <a:noFill/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nb-NO" sz="13800" b="1" dirty="0">
                <a:solidFill>
                  <a:srgbClr val="ADADAD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46213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A0ECE-E147-7BB2-0F0F-3A0C10D9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sailboat&#10;&#10;AI-generated content may be incorrect.">
            <a:extLst>
              <a:ext uri="{FF2B5EF4-FFF2-40B4-BE49-F238E27FC236}">
                <a16:creationId xmlns:a16="http://schemas.microsoft.com/office/drawing/2014/main" id="{53F0B4EF-3A23-0CF6-92DB-1B0C5D475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/>
          <a:stretch>
            <a:fillRect/>
          </a:stretch>
        </p:blipFill>
        <p:spPr>
          <a:xfrm>
            <a:off x="2248405" y="0"/>
            <a:ext cx="595448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5E8300-0EC8-E72C-67B7-A6A0442C217F}"/>
              </a:ext>
            </a:extLst>
          </p:cNvPr>
          <p:cNvSpPr txBox="1"/>
          <p:nvPr/>
        </p:nvSpPr>
        <p:spPr>
          <a:xfrm>
            <a:off x="717442" y="637090"/>
            <a:ext cx="3891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200" b="1" dirty="0">
                <a:solidFill>
                  <a:srgbClr val="336D99"/>
                </a:solidFill>
              </a:rPr>
              <a:t>ROCKY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775A6-022F-DDD8-53A9-9F8C44A0BDB7}"/>
              </a:ext>
            </a:extLst>
          </p:cNvPr>
          <p:cNvSpPr txBox="1"/>
          <p:nvPr/>
        </p:nvSpPr>
        <p:spPr>
          <a:xfrm>
            <a:off x="1181129" y="1570420"/>
            <a:ext cx="2964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0" b="1" dirty="0">
                <a:solidFill>
                  <a:srgbClr val="D5D2BD"/>
                </a:solidFill>
              </a:rPr>
              <a:t>OCEAN</a:t>
            </a:r>
            <a:endParaRPr lang="nb-NO" sz="2800" b="1" dirty="0">
              <a:solidFill>
                <a:srgbClr val="D5D2BD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A75BD-66DD-EE29-2D38-09AA1CEB0075}"/>
              </a:ext>
            </a:extLst>
          </p:cNvPr>
          <p:cNvSpPr txBox="1"/>
          <p:nvPr/>
        </p:nvSpPr>
        <p:spPr>
          <a:xfrm>
            <a:off x="1923068" y="2104418"/>
            <a:ext cx="21265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3800" b="1" dirty="0">
                <a:solidFill>
                  <a:srgbClr val="ADADAD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32656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image of a triangle&#10;&#10;AI-generated content may be incorrect.">
            <a:extLst>
              <a:ext uri="{FF2B5EF4-FFF2-40B4-BE49-F238E27FC236}">
                <a16:creationId xmlns:a16="http://schemas.microsoft.com/office/drawing/2014/main" id="{C8B80FD1-D723-B9AF-7532-09C1AA55B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6" r="25707"/>
          <a:stretch>
            <a:fillRect/>
          </a:stretch>
        </p:blipFill>
        <p:spPr>
          <a:xfrm rot="16200000">
            <a:off x="1459125" y="662331"/>
            <a:ext cx="6858003" cy="5533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12BC6-8226-56C5-152B-5F0CE5F6B0E4}"/>
              </a:ext>
            </a:extLst>
          </p:cNvPr>
          <p:cNvSpPr txBox="1"/>
          <p:nvPr/>
        </p:nvSpPr>
        <p:spPr>
          <a:xfrm>
            <a:off x="717444" y="635169"/>
            <a:ext cx="3891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7200" b="1" dirty="0">
                <a:solidFill>
                  <a:srgbClr val="336D99"/>
                </a:solidFill>
              </a:rPr>
              <a:t>ROCKY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21D9B-B21A-348C-7E37-80A582CBCDCF}"/>
              </a:ext>
            </a:extLst>
          </p:cNvPr>
          <p:cNvSpPr txBox="1"/>
          <p:nvPr/>
        </p:nvSpPr>
        <p:spPr>
          <a:xfrm>
            <a:off x="1565327" y="1555790"/>
            <a:ext cx="2684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800" b="1" dirty="0">
                <a:solidFill>
                  <a:srgbClr val="336D99"/>
                </a:solidFill>
              </a:rPr>
              <a:t>OCEAN</a:t>
            </a:r>
            <a:endParaRPr lang="nb-NO" sz="2000" b="1" dirty="0">
              <a:solidFill>
                <a:srgbClr val="336D9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4EC40-3B29-DC4D-411C-7D4BD590942A}"/>
              </a:ext>
            </a:extLst>
          </p:cNvPr>
          <p:cNvSpPr txBox="1"/>
          <p:nvPr/>
        </p:nvSpPr>
        <p:spPr>
          <a:xfrm>
            <a:off x="1844494" y="2046545"/>
            <a:ext cx="21265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3800" b="1" dirty="0">
                <a:solidFill>
                  <a:srgbClr val="ADADAD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58482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83055-260F-C8F8-CFB0-F245617C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rawing of a sailboat&#10;&#10;AI-generated content may be incorrect.">
            <a:extLst>
              <a:ext uri="{FF2B5EF4-FFF2-40B4-BE49-F238E27FC236}">
                <a16:creationId xmlns:a16="http://schemas.microsoft.com/office/drawing/2014/main" id="{C0D57278-3D62-0235-4336-D6CE798B5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1"/>
          <a:stretch>
            <a:fillRect/>
          </a:stretch>
        </p:blipFill>
        <p:spPr>
          <a:xfrm>
            <a:off x="274766" y="258080"/>
            <a:ext cx="5201474" cy="5990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408E04-C7FB-D234-626C-FFB6A565438E}"/>
              </a:ext>
            </a:extLst>
          </p:cNvPr>
          <p:cNvSpPr txBox="1"/>
          <p:nvPr/>
        </p:nvSpPr>
        <p:spPr>
          <a:xfrm>
            <a:off x="508017" y="584369"/>
            <a:ext cx="3891516" cy="110799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6600" b="1" dirty="0">
                <a:solidFill>
                  <a:srgbClr val="CBDCEB"/>
                </a:solidFill>
                <a:latin typeface="+mj-lt"/>
              </a:rPr>
              <a:t>BERGEN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51526-CC00-5670-3A1D-2421759A5A85}"/>
              </a:ext>
            </a:extLst>
          </p:cNvPr>
          <p:cNvSpPr txBox="1"/>
          <p:nvPr/>
        </p:nvSpPr>
        <p:spPr>
          <a:xfrm>
            <a:off x="1734578" y="5491924"/>
            <a:ext cx="4361422" cy="110799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b-NO" sz="6600" b="1" dirty="0">
                <a:solidFill>
                  <a:srgbClr val="336D99"/>
                </a:solidFill>
                <a:latin typeface="+mj-lt"/>
              </a:rPr>
              <a:t>ÅLESUND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E7330753-C8DE-29A4-BAFB-A042D7D28ED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2701" y="2100402"/>
            <a:ext cx="3676617" cy="2860542"/>
          </a:xfrm>
          <a:prstGeom prst="curvedConnector3">
            <a:avLst/>
          </a:prstGeom>
          <a:ln w="3175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37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26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 Mostue</dc:creator>
  <cp:lastModifiedBy>Albert Mostue</cp:lastModifiedBy>
  <cp:revision>2</cp:revision>
  <dcterms:created xsi:type="dcterms:W3CDTF">2025-07-29T09:51:27Z</dcterms:created>
  <dcterms:modified xsi:type="dcterms:W3CDTF">2025-07-30T07:21:38Z</dcterms:modified>
</cp:coreProperties>
</file>